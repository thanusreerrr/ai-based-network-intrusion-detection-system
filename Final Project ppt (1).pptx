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7"/>
  </p:notesMasterIdLst>
  <p:handoutMasterIdLst>
    <p:handoutMasterId r:id="rId18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3" r:id="rId14"/>
    <p:sldId id="344" r:id="rId15"/>
    <p:sldId id="30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E16CFC-C14B-435B-9499-0FC29B423A81}" v="72" dt="2026-01-04T09:26:38.266"/>
    <p1510:client id="{8B7BC41A-920A-4EA7-9D05-D66487D44523}" v="43" dt="2026-01-04T07:14:09.588"/>
    <p1510:client id="{B0792B42-4B1D-4F0B-9B26-D3C3DA296950}" v="75" dt="2026-01-04T09:52:48.360"/>
    <p1510:client id="{BDB4F786-67CD-4F55-B794-F40737057B4B}" v="3" dt="2026-01-04T09:27:15.247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1/4/2026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1/4/2026</a:t>
            </a:fld>
            <a:endParaRPr lang="en-US" sz="110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hanusreerrr/AI-Based-Network-Intrusion-Detection-System.git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81069" y="3517542"/>
            <a:ext cx="3400089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b="0">
                <a:solidFill>
                  <a:schemeClr val="tx1"/>
                </a:solidFill>
              </a:rPr>
              <a:t>THANNUSREE RAJASEKAR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627" y="2525006"/>
            <a:ext cx="9357360" cy="743448"/>
          </a:xfrm>
        </p:spPr>
        <p:txBody>
          <a:bodyPr>
            <a:normAutofit/>
          </a:bodyPr>
          <a:lstStyle/>
          <a:p>
            <a:r>
              <a:rPr lang="en-GB" sz="3200">
                <a:ea typeface="+mn-lt"/>
                <a:cs typeface="+mn-lt"/>
              </a:rPr>
              <a:t>AI-Based Network Intrusion Detection System</a:t>
            </a:r>
            <a:endParaRPr lang="en-US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553200" y="29464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30988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 txBox="1">
            <a:spLocks/>
          </p:cNvSpPr>
          <p:nvPr/>
        </p:nvSpPr>
        <p:spPr>
          <a:xfrm>
            <a:off x="3182668" y="4124784"/>
            <a:ext cx="5635289" cy="8208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>
                <a:solidFill>
                  <a:schemeClr val="tx1"/>
                </a:solidFill>
              </a:rPr>
              <a:t>[AICTE ID :</a:t>
            </a:r>
            <a:r>
              <a:rPr lang="en-US" b="0">
                <a:solidFill>
                  <a:schemeClr val="tx1"/>
                </a:solidFill>
                <a:ea typeface="+mj-lt"/>
                <a:cs typeface="+mj-lt"/>
              </a:rPr>
              <a:t>APPLY_176269697069109f0a1e886</a:t>
            </a:r>
            <a:r>
              <a:rPr lang="en-US" b="0">
                <a:solidFill>
                  <a:schemeClr val="tx1"/>
                </a:solidFill>
              </a:rPr>
              <a:t> ]</a:t>
            </a:r>
            <a:endParaRPr lang="en-IN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IN" sz="2800">
                <a:ea typeface="+mn-lt"/>
                <a:cs typeface="+mn-lt"/>
              </a:rPr>
              <a:t>Modern networks face increasing </a:t>
            </a:r>
            <a:r>
              <a:rPr lang="en-IN" sz="2800" err="1">
                <a:ea typeface="+mn-lt"/>
                <a:cs typeface="+mn-lt"/>
              </a:rPr>
              <a:t>cyber attacks</a:t>
            </a:r>
            <a:r>
              <a:rPr lang="en-IN" sz="2800">
                <a:ea typeface="+mn-lt"/>
                <a:cs typeface="+mn-lt"/>
              </a:rPr>
              <a:t> that cannot be effectively detected using traditional rule-based security systems. This project aims to develop an AI-based Network Intrusion Detection System that automatically identifies malicious network traffic using machine learning.</a:t>
            </a:r>
            <a:endParaRPr lang="en-IN" sz="28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/>
              <a:t>PROBLEM  STATEMENT</a:t>
            </a: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/>
              <a:t>Project Description</a:t>
            </a:r>
            <a:br>
              <a:rPr lang="en-GB"/>
            </a:br>
            <a:br>
              <a:rPr lang="en-GB"/>
            </a:b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844062-70F3-3E24-0345-98E6A1934615}"/>
              </a:ext>
            </a:extLst>
          </p:cNvPr>
          <p:cNvSpPr txBox="1"/>
          <p:nvPr/>
        </p:nvSpPr>
        <p:spPr>
          <a:xfrm>
            <a:off x="353785" y="1823357"/>
            <a:ext cx="10042071" cy="5109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The AI-Based Network Intrusion Detection System is designed to improve network security by automatically detecting malicious activities in network traffic. Traditional rule-based security systems are often ineffective against modern </a:t>
            </a:r>
            <a:r>
              <a:rPr lang="en-US" sz="2800" err="1">
                <a:ea typeface="+mn-lt"/>
                <a:cs typeface="+mn-lt"/>
              </a:rPr>
              <a:t>cyber attacks</a:t>
            </a:r>
            <a:r>
              <a:rPr lang="en-US" sz="2800">
                <a:ea typeface="+mn-lt"/>
                <a:cs typeface="+mn-lt"/>
              </a:rPr>
              <a:t>, so this project uses machine learning to identify intrusions efficiently.</a:t>
            </a:r>
            <a:endParaRPr lang="en-US" sz="2800"/>
          </a:p>
          <a:p>
            <a:r>
              <a:rPr lang="en-US" sz="2800">
                <a:ea typeface="+mn-lt"/>
                <a:cs typeface="+mn-lt"/>
              </a:rPr>
              <a:t>The system is developed using Python and the Random Forest algorithm to classify network traffic as normal or malicious. A real-time dashboard built with </a:t>
            </a:r>
            <a:r>
              <a:rPr lang="en-US" sz="2800" err="1">
                <a:ea typeface="+mn-lt"/>
                <a:cs typeface="+mn-lt"/>
              </a:rPr>
              <a:t>Streamlit</a:t>
            </a:r>
            <a:r>
              <a:rPr lang="en-US" sz="2800">
                <a:ea typeface="+mn-lt"/>
                <a:cs typeface="+mn-lt"/>
              </a:rPr>
              <a:t> displays detection results and performance metrics, making the system easy to monitor and understand.</a:t>
            </a:r>
            <a:endParaRPr lang="en-US" sz="2800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algn="just"/>
            <a:r>
              <a:rPr lang="en-IN" sz="3600">
                <a:ea typeface="+mn-lt"/>
                <a:cs typeface="+mn-lt"/>
              </a:rPr>
              <a:t>The end users of the AI-Based Network Intrusion Detection System include:</a:t>
            </a:r>
            <a:endParaRPr lang="en-IN" sz="3600"/>
          </a:p>
          <a:p>
            <a:pPr algn="just"/>
            <a:r>
              <a:rPr lang="en-IN" sz="3600" b="1">
                <a:ea typeface="+mn-lt"/>
                <a:cs typeface="+mn-lt"/>
              </a:rPr>
              <a:t>Network administrators</a:t>
            </a:r>
            <a:r>
              <a:rPr lang="en-IN" sz="3600">
                <a:ea typeface="+mn-lt"/>
                <a:cs typeface="+mn-lt"/>
              </a:rPr>
              <a:t> to monitor and protect network traffic</a:t>
            </a:r>
            <a:endParaRPr lang="en-IN"/>
          </a:p>
          <a:p>
            <a:pPr algn="just"/>
            <a:r>
              <a:rPr lang="en-IN" sz="3600" b="1">
                <a:ea typeface="+mn-lt"/>
                <a:cs typeface="+mn-lt"/>
              </a:rPr>
              <a:t>Cybersecurity professionals</a:t>
            </a:r>
            <a:r>
              <a:rPr lang="en-IN" sz="3600">
                <a:ea typeface="+mn-lt"/>
                <a:cs typeface="+mn-lt"/>
              </a:rPr>
              <a:t> for intrusion detection and threat analysis</a:t>
            </a:r>
            <a:endParaRPr lang="en-IN"/>
          </a:p>
          <a:p>
            <a:pPr algn="just"/>
            <a:r>
              <a:rPr lang="en-IN" sz="3600" b="1">
                <a:ea typeface="+mn-lt"/>
                <a:cs typeface="+mn-lt"/>
              </a:rPr>
              <a:t>Organizations and enterprises</a:t>
            </a:r>
            <a:r>
              <a:rPr lang="en-IN" sz="3600">
                <a:ea typeface="+mn-lt"/>
                <a:cs typeface="+mn-lt"/>
              </a:rPr>
              <a:t> to enhance network security</a:t>
            </a:r>
            <a:endParaRPr lang="en-IN"/>
          </a:p>
          <a:p>
            <a:pPr algn="just"/>
            <a:r>
              <a:rPr lang="en-IN" sz="3600" b="1">
                <a:ea typeface="+mn-lt"/>
                <a:cs typeface="+mn-lt"/>
              </a:rPr>
              <a:t>Educational institutions and students</a:t>
            </a:r>
            <a:r>
              <a:rPr lang="en-IN" sz="3600">
                <a:ea typeface="+mn-lt"/>
                <a:cs typeface="+mn-lt"/>
              </a:rPr>
              <a:t> for learning and research purposes</a:t>
            </a:r>
            <a:endParaRPr lang="en-IN"/>
          </a:p>
          <a:p>
            <a:pPr algn="just">
              <a:lnSpc>
                <a:spcPct val="150000"/>
              </a:lnSpc>
            </a:pPr>
            <a:endParaRPr lang="en-IN" sz="36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/>
              <a:t>WHO ARE THE END USERS?</a:t>
            </a:r>
            <a:endParaRPr lang="en-IN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5109" y="1317541"/>
            <a:ext cx="9027702" cy="5243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IN">
                <a:ea typeface="+mn-lt"/>
                <a:cs typeface="+mn-lt"/>
              </a:rPr>
              <a:t>The end users of the AI-Based Network Intrusion Detection System include:</a:t>
            </a:r>
            <a:endParaRPr lang="en-IN"/>
          </a:p>
          <a:p>
            <a:pPr>
              <a:lnSpc>
                <a:spcPct val="150000"/>
              </a:lnSpc>
            </a:pPr>
            <a:r>
              <a:rPr lang="en-IN" b="1">
                <a:ea typeface="+mn-lt"/>
                <a:cs typeface="+mn-lt"/>
              </a:rPr>
              <a:t>Network administrators</a:t>
            </a:r>
            <a:r>
              <a:rPr lang="en-IN">
                <a:ea typeface="+mn-lt"/>
                <a:cs typeface="+mn-lt"/>
              </a:rPr>
              <a:t> to monitor and protect network traffic</a:t>
            </a:r>
            <a:endParaRPr lang="en-IN"/>
          </a:p>
          <a:p>
            <a:pPr>
              <a:lnSpc>
                <a:spcPct val="150000"/>
              </a:lnSpc>
            </a:pPr>
            <a:r>
              <a:rPr lang="en-IN" b="1">
                <a:ea typeface="+mn-lt"/>
                <a:cs typeface="+mn-lt"/>
              </a:rPr>
              <a:t>Cybersecurity professionals</a:t>
            </a:r>
            <a:r>
              <a:rPr lang="en-IN">
                <a:ea typeface="+mn-lt"/>
                <a:cs typeface="+mn-lt"/>
              </a:rPr>
              <a:t> for intrusion detection and threat analysis</a:t>
            </a:r>
            <a:endParaRPr lang="en-IN"/>
          </a:p>
          <a:p>
            <a:pPr>
              <a:lnSpc>
                <a:spcPct val="150000"/>
              </a:lnSpc>
            </a:pPr>
            <a:r>
              <a:rPr lang="en-IN" b="1">
                <a:ea typeface="+mn-lt"/>
                <a:cs typeface="+mn-lt"/>
              </a:rPr>
              <a:t>Organizations and enterprises</a:t>
            </a:r>
            <a:r>
              <a:rPr lang="en-IN">
                <a:ea typeface="+mn-lt"/>
                <a:cs typeface="+mn-lt"/>
              </a:rPr>
              <a:t> to enhance network security</a:t>
            </a:r>
            <a:endParaRPr lang="en-IN"/>
          </a:p>
          <a:p>
            <a:pPr>
              <a:lnSpc>
                <a:spcPct val="150000"/>
              </a:lnSpc>
            </a:pPr>
            <a:r>
              <a:rPr lang="en-IN" b="1">
                <a:ea typeface="+mn-lt"/>
                <a:cs typeface="+mn-lt"/>
              </a:rPr>
              <a:t>Educational institutions and students</a:t>
            </a:r>
            <a:r>
              <a:rPr lang="en-IN">
                <a:ea typeface="+mn-lt"/>
                <a:cs typeface="+mn-lt"/>
              </a:rPr>
              <a:t> for learning and research purposes</a:t>
            </a:r>
            <a:endParaRPr lang="en-IN"/>
          </a:p>
          <a:p>
            <a:pPr lvl="1">
              <a:lnSpc>
                <a:spcPct val="150000"/>
              </a:lnSpc>
            </a:pPr>
            <a:endParaRPr lang="en-I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/>
              <a:t>RESULTS </a:t>
            </a:r>
            <a:endParaRPr lang="en-IN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000" b="0" dirty="0">
                <a:solidFill>
                  <a:srgbClr val="0070C0"/>
                </a:solidFill>
                <a:ea typeface="+mj-lt"/>
                <a:cs typeface="+mj-lt"/>
              </a:rPr>
              <a:t>https://github.com/thanusreerrr/AI-Based-Network-Intrusion-Detection-System</a:t>
            </a:r>
            <a:endParaRPr lang="en-US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[Add screen shots of your code ]</a:t>
            </a:r>
            <a:endParaRPr lang="en-IN"/>
          </a:p>
        </p:txBody>
      </p:sp>
      <p:pic>
        <p:nvPicPr>
          <p:cNvPr id="2" name="Picture 1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71907FB3-F8D5-822B-40E6-C91462EBE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26" y="1236452"/>
            <a:ext cx="5031139" cy="4931436"/>
          </a:xfrm>
          <a:prstGeom prst="rect">
            <a:avLst/>
          </a:prstGeom>
        </p:spPr>
      </p:pic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62AEEC0-0A34-3AA1-29DE-EAE62DA67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460" y="833886"/>
            <a:ext cx="4976249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/>
              <a:t>RESULTS </a:t>
            </a:r>
            <a:endParaRPr lang="en-IN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/>
              <a:t> </a:t>
            </a:r>
            <a:endParaRPr lang="en-GB" sz="2000" b="0" u="sng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screen </a:t>
            </a:r>
            <a:r>
              <a:rPr lang="en-US" err="1"/>
              <a:t>hots</a:t>
            </a:r>
            <a:r>
              <a:rPr lang="en-US"/>
              <a:t> of your code ]</a:t>
            </a:r>
            <a:endParaRPr lang="en-IN"/>
          </a:p>
        </p:txBody>
      </p:sp>
      <p:pic>
        <p:nvPicPr>
          <p:cNvPr id="3" name="Picture 2" descr="A blue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DBD7AA6D-921A-A52E-CADA-F7717D156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226" y="43643"/>
            <a:ext cx="8540152" cy="33776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D1AC01-A0C2-C550-0E88-016EC758E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31" y="3670212"/>
            <a:ext cx="8281359" cy="289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>
                <a:solidFill>
                  <a:schemeClr val="tx1"/>
                </a:solidFill>
              </a:rPr>
              <a:t>Certificate - Protection from browser attacks</a:t>
            </a:r>
            <a:r>
              <a:rPr lang="en-GB" b="1">
                <a:solidFill>
                  <a:schemeClr val="tx1"/>
                </a:solidFill>
              </a:rPr>
              <a:t> </a:t>
            </a:r>
            <a:endParaRPr lang="en-IN" b="1">
              <a:solidFill>
                <a:schemeClr val="tx1"/>
              </a:solidFill>
            </a:endParaRPr>
          </a:p>
        </p:txBody>
      </p:sp>
      <p:pic>
        <p:nvPicPr>
          <p:cNvPr id="3" name="Picture 2" descr="A certificate of completion with red text and a red ribbon&#10;&#10;AI-generated content may be incorrect.">
            <a:extLst>
              <a:ext uri="{FF2B5EF4-FFF2-40B4-BE49-F238E27FC236}">
                <a16:creationId xmlns:a16="http://schemas.microsoft.com/office/drawing/2014/main" id="{17C3A1A8-CB63-4E87-26DF-D7B383BE2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532" y="1168854"/>
            <a:ext cx="7018565" cy="494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>
                <a:solidFill>
                  <a:schemeClr val="tx1"/>
                </a:solidFill>
              </a:rPr>
              <a:t>Certificate - Introduction to System Security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99AE16-4F4A-4C0F-6F94-DA09F4C318C2}"/>
              </a:ext>
            </a:extLst>
          </p:cNvPr>
          <p:cNvSpPr txBox="1"/>
          <p:nvPr/>
        </p:nvSpPr>
        <p:spPr>
          <a:xfrm>
            <a:off x="408214" y="1279071"/>
            <a:ext cx="8286750" cy="4626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3" name="Picture 2" descr="A certificate of completion with red text and a red ribbon&#10;&#10;AI-generated content may be incorrect.">
            <a:extLst>
              <a:ext uri="{FF2B5EF4-FFF2-40B4-BE49-F238E27FC236}">
                <a16:creationId xmlns:a16="http://schemas.microsoft.com/office/drawing/2014/main" id="{4307EB45-0601-8468-CF6A-6DBC1388A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43" y="1186543"/>
            <a:ext cx="7946487" cy="50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>
                <a:solidFill>
                  <a:schemeClr val="tx1"/>
                </a:solidFill>
              </a:rPr>
              <a:t>Certificate - Securing Android Devices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C5438A-F26C-B039-20CC-D52BEE7E7FEA}"/>
              </a:ext>
            </a:extLst>
          </p:cNvPr>
          <p:cNvSpPr txBox="1"/>
          <p:nvPr/>
        </p:nvSpPr>
        <p:spPr>
          <a:xfrm>
            <a:off x="685799" y="1536700"/>
            <a:ext cx="8712200" cy="4229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3" name="Picture 2" descr="A certificate of completion with red text and a red ribbon&#10;&#10;AI-generated content may be incorrect.">
            <a:extLst>
              <a:ext uri="{FF2B5EF4-FFF2-40B4-BE49-F238E27FC236}">
                <a16:creationId xmlns:a16="http://schemas.microsoft.com/office/drawing/2014/main" id="{95609BF8-B7FF-3059-BB8E-C0A7C63A8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16" y="1317171"/>
            <a:ext cx="7792083" cy="500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0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371155" y="583026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>
                <a:solidFill>
                  <a:schemeClr val="tx1"/>
                </a:solidFill>
              </a:rPr>
              <a:t>GitHub link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D091FB-25EC-BAD1-ADF4-07D4540A9CDD}"/>
              </a:ext>
            </a:extLst>
          </p:cNvPr>
          <p:cNvSpPr txBox="1"/>
          <p:nvPr/>
        </p:nvSpPr>
        <p:spPr>
          <a:xfrm>
            <a:off x="1551214" y="1932214"/>
            <a:ext cx="778328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sz="2000" dirty="0">
              <a:solidFill>
                <a:srgbClr val="0070C0"/>
              </a:solidFill>
              <a:ea typeface="+mn-lt"/>
              <a:cs typeface="+mn-lt"/>
            </a:endParaRPr>
          </a:p>
          <a:p>
            <a:endParaRPr lang="en-GB" sz="2000" dirty="0">
              <a:solidFill>
                <a:srgbClr val="0070C0"/>
              </a:solidFill>
              <a:ea typeface="+mn-lt"/>
              <a:cs typeface="+mn-lt"/>
            </a:endParaRPr>
          </a:p>
          <a:p>
            <a:r>
              <a:rPr lang="en-GB" sz="2000" dirty="0">
                <a:solidFill>
                  <a:srgbClr val="0070C0"/>
                </a:solidFill>
                <a:ea typeface="+mn-lt"/>
                <a:cs typeface="+mn-lt"/>
                <a:hlinkClick r:id="rId2"/>
              </a:rPr>
              <a:t>https://github.com/thanusreerrr/AI-Based-Network-Intrusion-Detection-System.git</a:t>
            </a:r>
            <a:endParaRPr lang="en-GB"/>
          </a:p>
          <a:p>
            <a:endParaRPr lang="en-GB" sz="2000" dirty="0">
              <a:solidFill>
                <a:srgbClr val="0070C0"/>
              </a:solidFill>
            </a:endParaRPr>
          </a:p>
          <a:p>
            <a:endParaRPr lang="en-GB" sz="2000" dirty="0">
              <a:solidFill>
                <a:srgbClr val="0070C0"/>
              </a:solidFill>
            </a:endParaRPr>
          </a:p>
          <a:p>
            <a:endParaRPr lang="en-GB" sz="2000" dirty="0">
              <a:solidFill>
                <a:srgbClr val="0070C0"/>
              </a:solidFill>
            </a:endParaRPr>
          </a:p>
          <a:p>
            <a:endParaRPr lang="en-GB" sz="2000" dirty="0">
              <a:solidFill>
                <a:srgbClr val="0070C0"/>
              </a:solidFill>
            </a:endParaRPr>
          </a:p>
          <a:p>
            <a:endParaRPr lang="en-GB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" y="2718040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16c05727-aa75-4e4a-9b5f-8a80a1165891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Application>Microsoft Office PowerPoint</Application>
  <PresentationFormat>Widescreen</PresentationFormat>
  <Slides>12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Facet</vt:lpstr>
      <vt:lpstr>AI-Based Network Intrusion Detection System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revision>39</cp:revision>
  <dcterms:created xsi:type="dcterms:W3CDTF">2021-07-11T13:13:15Z</dcterms:created>
  <dcterms:modified xsi:type="dcterms:W3CDTF">2026-01-04T09:52:50Z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